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Mention that ProVerif was approved by Prof. Aldini. Project studies how RSA encryption and signatures must be combined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4-stage progression. Each stage builds on the previous and reveals a new security property. ProVerif verifies all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ProVerif is a push-button tool: you write the protocol in .pv files, run it, and get verified or attacked with a trace. The Dolev-Yao model is the standard adversary for this kind of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RSA encryption works as expected. The attacker controls the channel but cannot invert RSA. Authentication is not yet considered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ProVerif outputs a concrete attack trace. Stress that this is automatic — the tool finds the attack, no manual reasoning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surprising result. Intuitively the protocol looks secure: we encrypt AND sign. But the order matters. ProVerif finds the attack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Sign-then-encrypt is the standard recommendation. Note: the reverse (encrypt-then-sign) is NOT always secure — it can lead to signature stripping attacks in some contexts.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row. Emphasize Stage 3 as the counterintuitive result — adding a signature broke confidentiality! Stage 4 is the correct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three main takeaways. Offer to show the ProVerif .pv source files and the terminal output as evidence. Be ready to explain why checksign breaks confidentiality in Stage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2E75B6">
              <a:alpha val="30000"/>
            </a:srgbClr>
          </a:solidFill>
          <a:ln w="12700">
            <a:solidFill>
              <a:srgbClr val="2E75B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4A90D9">
              <a:alpha val="25000"/>
            </a:srgbClr>
          </a:solidFill>
          <a:ln w="12700">
            <a:solidFill>
              <a:srgbClr val="4A90D9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Verification of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RSA-Based Protocols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ProVerif — Cybersecurity Project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MESSAOUDI KHADIJA  |  University of Urbino Carlo Bo  |  Supervisor: Prof. Alessandro Aldini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E8F0FB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234440"/>
            <a:ext cx="640080" cy="6400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 Encryption Only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 — does it hold?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E8F0FB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23444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14600" y="2011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2331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Authentication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2834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encryption prove identity?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E8F0FB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0" y="1234440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2011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331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Detached Signature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2834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+ encrypt separately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1097280"/>
            <a:ext cx="1920240" cy="3200400"/>
          </a:xfrm>
          <a:prstGeom prst="roundRect">
            <a:avLst>
              <a:gd name="adj" fmla="val 4762"/>
            </a:avLst>
          </a:prstGeom>
          <a:solidFill>
            <a:srgbClr val="E8F0FB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52360" y="123444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12280" y="2011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2331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Sign-Then-Encrypt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12280" y="2834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secure composition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find the minimal secure composition using formal methods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E8F0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ProVerif 2.05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verifier for
cryptographic protocols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pi-calculus model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Horn clause resolution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&amp; often complete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concrete attack traces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E8F0FB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Dolev-Yao 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60020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attacker on channel c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 &amp; block messages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&amp; inject messages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all public keys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break RSA directly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— RSA Encryption Only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0F4F9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2588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 → Bob : encrypt(secretMsg, pkB)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 decrypts with skB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Query: not attacker(secretMsg)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3258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Confidentiality HOLDS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74320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attacker sees the ciphertext and pkB but cannot compute skB. Without skB, decrypt() is unavailable to the attacker.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38912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074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alone = Confidentiality  |  No authentication guarantee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— Naive Authentication (Vulnerable)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0F4F9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258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event(acceptBob(m)) ==&gt;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event(sendAlice(m))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67004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 Authentication FAILS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trace (from ProVerif)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0F4F9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261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Bob outputs pkB on channel 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73736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0F4F9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7647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Attacker intercepts pkB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24028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0F4F9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2677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Attacker picks any message 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74320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0F4F9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7706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Attacker sends encrypt(a, pkB) to Bob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246120"/>
            <a:ext cx="4023360" cy="41148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273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Bob fires acceptBob(a) — no sendAlice(a) ever fired!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38912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074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cannot authenticate. Anyone knowing pkB can impersonate Alice.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— Detached Signature + Encryption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F0F4F9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 → Bob : ( encrypt(secretMsg, pkB) ,  sign(secretMsg, skA) 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762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 Confidentiality FAILS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210312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21762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Authentication HOLDS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confidentiality fails — the key insight: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 signatures are message-recoverable.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checksign( sign(secretMsg, skA) ,  pkA )  =  secretMsg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attacker receives sign(secretMsg, skA) in clear on the channel.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pkA is public knowledge.  →  Attacker computes secretMsg directly.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572000"/>
            <a:ext cx="8412480" cy="36576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5902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exposing the signature = exposing the message. The fix: hide the signature inside the ciphertext.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 — Sign-Then-Encrypt (Secure)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0F4F9"/>
          </a:solidFill>
          <a:ln w="12700">
            <a:solidFill>
              <a:srgbClr val="CCDD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61872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 = sign(secretMsg, skA)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 → Bob : encrypt( (secretMsg, sig) , pkB 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677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Confidentiality HOLDS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219456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226771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Authentication HOLDS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signature is now inside the ciphertext. The attacker sees only encrypt((secretMsg, sig), pkB).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skB, the attacker cannot decrypt → cannot access sig → cannot apply checksign → secretMsg stays secret.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decrypts, verifies checksign(sig, pkA) = m, and accepts only if the signature is valid.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572000"/>
            <a:ext cx="8412480" cy="36576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5902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properties verified against full Dolev-Yao active attacker — mathematically proven.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Summary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3017520"/>
                <a:gridCol w="1508760"/>
                <a:gridCol w="15087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Mechanism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Confidentiality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RSA Encryption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01_rsa_confidentiality.pv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HOLDS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not queried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Naive Auth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02_rsa_authentication_vulnerable.pv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not queried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 FAILS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Detached Sign+Enc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03_rsa_sign_and_encrypt_detached.pv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✘ FAILS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HOLDS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Sign-Then-Encrypt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04_rsa_sign_then_encrypt_secure.pv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HOLDS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HOLDS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composition order matters — sign-then-encrypt is the only combination that achieves both properties.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74320"/>
            <a:ext cx="2743200" cy="2743200"/>
          </a:xfrm>
          <a:prstGeom prst="ellipse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2E75B6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1556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RSA encryption provides confidentiality but cannot authenticate the sender.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3852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Adding a detached signature fixes authentication but inadvertently breaks confidentiality (message-recovery attack).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6148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Sign-then-encrypt achieves both properties simultaneously against a full Dolev-Yao attacker.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58444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ProVerif automates the analysis and provides concrete attack traces when properties fail.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Verification of RSA-Based Protocols</dc:title>
  <dc:subject>PptxGenJS Presentation</dc:subject>
  <dc:creator>PptxGenJS</dc:creator>
  <cp:lastModifiedBy>PptxGenJS</cp:lastModifiedBy>
  <cp:revision>1</cp:revision>
  <dcterms:created xsi:type="dcterms:W3CDTF">2026-06-20T13:54:42Z</dcterms:created>
  <dcterms:modified xsi:type="dcterms:W3CDTF">2026-06-20T13:54:42Z</dcterms:modified>
</cp:coreProperties>
</file>